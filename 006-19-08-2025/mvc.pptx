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FC85-FB19-99E9-302B-6A8C2293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5ABFD9-2990-3822-B253-38C039DA1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66E41-6B97-58DA-C4B9-8DCE39A2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7E841-FBBE-6330-C673-2A34E59C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A5F9F-914D-6EC4-D088-200BC5D5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1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4ADD-C6B2-C126-3FB7-03BA7735C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DC869-C129-5444-46E7-9768DFA0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AF321-5B4B-1631-17B6-3508385CA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3324B-5347-BD0A-CB6D-A82ED795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9040D-1A0D-2D2A-1E03-29E7B324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4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AECD-9580-B8C9-7328-80B40D30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F6FAE-7861-1B63-7AFA-CCEFF3F9A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278C-7BA6-54FE-2FC2-B70480B53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F74E5-D09B-64C9-2C46-B84CA04C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47B1-A676-25CC-6AFA-83C61A07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18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BAF3-6B50-FA19-39EC-9E7D7790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E5FE0-A823-6A85-B0C9-CB866EA0CD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80717-EA5C-BB7C-5DA3-FAC366684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E0AE0-449F-B81A-C079-1564B54F3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3A2BD-AC69-2FED-8A24-AE402A51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25235-80FB-1798-AB57-F6965E1ED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34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0A9A-FFA1-8D15-FFA2-D859FCF6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D239D-9264-3726-D94A-D2B848357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E045E-67DE-F6A9-36AD-7259F623A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9EF0E5-15EB-A829-0E30-69D12792F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28F09-957B-3778-26CF-731FE3E1AC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B473CE-5938-3C57-4FFC-CC3778F6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0B9FCB-F75F-E1AF-967D-A3FECA29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8CE4C-2EDE-7ACD-2839-33E62F35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0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75DC-F52F-B34F-E758-F19F0A832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55A88-5086-402A-7C91-28E93EC21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C3467-3521-E44B-BF09-7AB95521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CE0001-D3C7-2343-1EC7-7F3CD561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507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14F5B-E5A9-0C88-B44E-6998A578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B4737-4EB9-BE30-1556-DBB2F3E3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83117-9A1D-18ED-9487-A35C06A8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95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088EC-788D-7A8E-D862-B3D6354A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5025E-23BD-1801-F8EC-86B94B762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52578-EE9F-FDBA-6001-641285B7D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2F967-C9F5-BFD3-826C-6E56D0F1A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3AC88-6212-5B40-B595-795D2B4E1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64A5E-4892-D710-F47F-C9C29E80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7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FE58-C700-4F78-15D0-CC5ECA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9C69C-6884-101A-48D5-CBE4E0864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1B33F-97CD-C6E5-7246-EEFD54651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6EE42-F9F5-04D6-0DCC-B64971331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70302-453F-887F-2392-EC19ED88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82B93-EF31-A8E9-3A4A-F90F6EC7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5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912D3-8F49-EC8F-58C4-2080C56F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69E636-26B9-317D-44F8-AAC4D249EC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2E532-9CFE-4E0D-49BF-00CF1303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FF4-96D1-A845-3F74-93924E2AA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8DC3-1C49-8A9F-E164-872574ABB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3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71F183-6B82-5421-FE93-B5EFC71805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0EFDB-E011-F8D4-1796-CA2398F30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7963B-0B06-937E-1065-DE6C60C35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0F88A-546B-FFEE-D7F4-4F02230D9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E4C2F-D160-A389-456C-7EFC9C859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1CBFF-EB5E-1118-06A2-66A1BF4FF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7F2F6-9330-5D92-F506-F966E283D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9721E-01E9-C16A-CC5D-2E798C25F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4ECD3-029F-4C15-BB20-1E428BAAD07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291FE-FBFC-A5BC-0C3A-55C4527DD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4FE6B-B1E3-7BE8-ACB2-05B696B24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CAD9F-F65B-4B14-AF21-D95E27165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2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E906ECD2-0CEC-DAD0-E933-DF2FEE6496AC}"/>
              </a:ext>
            </a:extLst>
          </p:cNvPr>
          <p:cNvSpPr/>
          <p:nvPr/>
        </p:nvSpPr>
        <p:spPr>
          <a:xfrm>
            <a:off x="1824320" y="973071"/>
            <a:ext cx="9523618" cy="5742855"/>
          </a:xfrm>
          <a:prstGeom prst="rect">
            <a:avLst/>
          </a:prstGeom>
          <a:noFill/>
          <a:ln w="381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F017A0-171A-894D-7E8A-FDA8B7ED6CB7}"/>
              </a:ext>
            </a:extLst>
          </p:cNvPr>
          <p:cNvGrpSpPr/>
          <p:nvPr/>
        </p:nvGrpSpPr>
        <p:grpSpPr>
          <a:xfrm>
            <a:off x="539260" y="3529762"/>
            <a:ext cx="1207476" cy="1526232"/>
            <a:chOff x="650631" y="2133600"/>
            <a:chExt cx="1207476" cy="1526232"/>
          </a:xfrm>
        </p:grpSpPr>
        <p:pic>
          <p:nvPicPr>
            <p:cNvPr id="1026" name="Picture 2" descr="My account login Vector Icons free download in SVG, PNG Format">
              <a:extLst>
                <a:ext uri="{FF2B5EF4-FFF2-40B4-BE49-F238E27FC236}">
                  <a16:creationId xmlns:a16="http://schemas.microsoft.com/office/drawing/2014/main" id="{B4426D19-3A79-3A1C-2E96-D2C5059161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50631" y="2133600"/>
              <a:ext cx="1207476" cy="120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C2C602F-DA1B-947F-6DC5-45533879C216}"/>
                </a:ext>
              </a:extLst>
            </p:cNvPr>
            <p:cNvSpPr txBox="1"/>
            <p:nvPr/>
          </p:nvSpPr>
          <p:spPr>
            <a:xfrm>
              <a:off x="785234" y="3198167"/>
              <a:ext cx="9382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/>
                <a:t>Agent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A92E71-359C-7D95-2E4D-C7EED4D8E6A1}"/>
              </a:ext>
            </a:extLst>
          </p:cNvPr>
          <p:cNvSpPr/>
          <p:nvPr/>
        </p:nvSpPr>
        <p:spPr>
          <a:xfrm>
            <a:off x="2625969" y="1644860"/>
            <a:ext cx="2085856" cy="1106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Router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769F58-14AD-75AF-496A-BCCFBFDA0C8B}"/>
              </a:ext>
            </a:extLst>
          </p:cNvPr>
          <p:cNvSpPr/>
          <p:nvPr/>
        </p:nvSpPr>
        <p:spPr>
          <a:xfrm>
            <a:off x="5879124" y="3529762"/>
            <a:ext cx="2085856" cy="1106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Controllers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E028DB-2A7B-7833-EB90-866AB9909D4C}"/>
              </a:ext>
            </a:extLst>
          </p:cNvPr>
          <p:cNvSpPr/>
          <p:nvPr/>
        </p:nvSpPr>
        <p:spPr>
          <a:xfrm>
            <a:off x="9132278" y="4825161"/>
            <a:ext cx="2085856" cy="1106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Models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48261A-A078-E1A9-3BEE-A6D8F896FC0A}"/>
              </a:ext>
            </a:extLst>
          </p:cNvPr>
          <p:cNvSpPr/>
          <p:nvPr/>
        </p:nvSpPr>
        <p:spPr>
          <a:xfrm>
            <a:off x="2625969" y="5474678"/>
            <a:ext cx="2085856" cy="11064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Views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Or API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Database - Free seo and web icons">
            <a:extLst>
              <a:ext uri="{FF2B5EF4-FFF2-40B4-BE49-F238E27FC236}">
                <a16:creationId xmlns:a16="http://schemas.microsoft.com/office/drawing/2014/main" id="{08973172-2906-FB9B-99CE-E689EC6D3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483" y="1424354"/>
            <a:ext cx="1547446" cy="1547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FC00B6F-BFB3-560E-B052-27206F6691E1}"/>
              </a:ext>
            </a:extLst>
          </p:cNvPr>
          <p:cNvSpPr txBox="1"/>
          <p:nvPr/>
        </p:nvSpPr>
        <p:spPr>
          <a:xfrm>
            <a:off x="9484696" y="962689"/>
            <a:ext cx="13810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Database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292073-F640-B3B4-9330-97AB34B05ADB}"/>
              </a:ext>
            </a:extLst>
          </p:cNvPr>
          <p:cNvCxnSpPr>
            <a:stCxn id="1026" idx="1"/>
          </p:cNvCxnSpPr>
          <p:nvPr/>
        </p:nvCxnSpPr>
        <p:spPr>
          <a:xfrm flipV="1">
            <a:off x="1746736" y="2836984"/>
            <a:ext cx="973017" cy="12965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C29E5C-6353-A9CA-E5BB-E588245FF7AD}"/>
              </a:ext>
            </a:extLst>
          </p:cNvPr>
          <p:cNvCxnSpPr>
            <a:cxnSpLocks/>
          </p:cNvCxnSpPr>
          <p:nvPr/>
        </p:nvCxnSpPr>
        <p:spPr>
          <a:xfrm>
            <a:off x="4711825" y="2678442"/>
            <a:ext cx="1167299" cy="8513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27CE9C-DE0C-0138-2E57-F430B7281453}"/>
              </a:ext>
            </a:extLst>
          </p:cNvPr>
          <p:cNvCxnSpPr>
            <a:cxnSpLocks/>
          </p:cNvCxnSpPr>
          <p:nvPr/>
        </p:nvCxnSpPr>
        <p:spPr>
          <a:xfrm>
            <a:off x="7964980" y="4594329"/>
            <a:ext cx="1167298" cy="3528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7CEE0A-A03A-671E-EEB0-919D9F432080}"/>
              </a:ext>
            </a:extLst>
          </p:cNvPr>
          <p:cNvCxnSpPr>
            <a:cxnSpLocks/>
          </p:cNvCxnSpPr>
          <p:nvPr/>
        </p:nvCxnSpPr>
        <p:spPr>
          <a:xfrm flipH="1" flipV="1">
            <a:off x="10483350" y="2938305"/>
            <a:ext cx="14962" cy="179893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286B5C-7075-CB41-E617-489921946845}"/>
              </a:ext>
            </a:extLst>
          </p:cNvPr>
          <p:cNvCxnSpPr>
            <a:cxnSpLocks/>
          </p:cNvCxnSpPr>
          <p:nvPr/>
        </p:nvCxnSpPr>
        <p:spPr>
          <a:xfrm>
            <a:off x="9866057" y="2992733"/>
            <a:ext cx="0" cy="183242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852729-5A98-A0B0-1E5C-0B3E96589223}"/>
              </a:ext>
            </a:extLst>
          </p:cNvPr>
          <p:cNvCxnSpPr>
            <a:cxnSpLocks/>
          </p:cNvCxnSpPr>
          <p:nvPr/>
        </p:nvCxnSpPr>
        <p:spPr>
          <a:xfrm flipH="1" flipV="1">
            <a:off x="6957858" y="4737238"/>
            <a:ext cx="2046299" cy="64114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08C4A58-E5F8-2D09-87D9-CCF99BAE7D3D}"/>
              </a:ext>
            </a:extLst>
          </p:cNvPr>
          <p:cNvCxnSpPr>
            <a:cxnSpLocks/>
          </p:cNvCxnSpPr>
          <p:nvPr/>
        </p:nvCxnSpPr>
        <p:spPr>
          <a:xfrm flipH="1">
            <a:off x="4711825" y="4549948"/>
            <a:ext cx="1158823" cy="9247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0407D59-E43B-907E-808D-907B23157991}"/>
              </a:ext>
            </a:extLst>
          </p:cNvPr>
          <p:cNvCxnSpPr>
            <a:cxnSpLocks/>
          </p:cNvCxnSpPr>
          <p:nvPr/>
        </p:nvCxnSpPr>
        <p:spPr>
          <a:xfrm flipH="1" flipV="1">
            <a:off x="1715474" y="4636196"/>
            <a:ext cx="886198" cy="8384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F9B92F9-CC26-8C4E-E029-645FDB41E5B2}"/>
              </a:ext>
            </a:extLst>
          </p:cNvPr>
          <p:cNvSpPr txBox="1"/>
          <p:nvPr/>
        </p:nvSpPr>
        <p:spPr>
          <a:xfrm>
            <a:off x="2187842" y="3491358"/>
            <a:ext cx="1048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Request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5AB34B-1E52-AF97-43EE-5D3B36BA6F4C}"/>
              </a:ext>
            </a:extLst>
          </p:cNvPr>
          <p:cNvSpPr txBox="1"/>
          <p:nvPr/>
        </p:nvSpPr>
        <p:spPr>
          <a:xfrm>
            <a:off x="5149306" y="2396216"/>
            <a:ext cx="21667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Select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</a:rPr>
              <a:t>Controller Method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1369E3-375E-F3C8-B1EF-6D8D55555452}"/>
              </a:ext>
            </a:extLst>
          </p:cNvPr>
          <p:cNvSpPr txBox="1"/>
          <p:nvPr/>
        </p:nvSpPr>
        <p:spPr>
          <a:xfrm>
            <a:off x="8029875" y="4265674"/>
            <a:ext cx="1122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Ask 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213930-F632-0FE6-09F0-83FBFEBC784B}"/>
              </a:ext>
            </a:extLst>
          </p:cNvPr>
          <p:cNvSpPr txBox="1"/>
          <p:nvPr/>
        </p:nvSpPr>
        <p:spPr>
          <a:xfrm>
            <a:off x="6944568" y="5178323"/>
            <a:ext cx="14646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Return Data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</a:rPr>
              <a:t>Response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A9FBDB-FCC4-3ADA-2B76-6247C79E8F8B}"/>
              </a:ext>
            </a:extLst>
          </p:cNvPr>
          <p:cNvSpPr txBox="1"/>
          <p:nvPr/>
        </p:nvSpPr>
        <p:spPr>
          <a:xfrm>
            <a:off x="8496077" y="3299200"/>
            <a:ext cx="1272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Return DB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</a:rPr>
              <a:t>Response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E16CD-A74F-AD49-28CE-922C81697963}"/>
              </a:ext>
            </a:extLst>
          </p:cNvPr>
          <p:cNvSpPr txBox="1"/>
          <p:nvPr/>
        </p:nvSpPr>
        <p:spPr>
          <a:xfrm>
            <a:off x="10558170" y="3299200"/>
            <a:ext cx="5661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Ask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</a:rPr>
              <a:t>DB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00EA02F-6E2E-853D-CB77-403480BE7CDB}"/>
              </a:ext>
            </a:extLst>
          </p:cNvPr>
          <p:cNvSpPr txBox="1"/>
          <p:nvPr/>
        </p:nvSpPr>
        <p:spPr>
          <a:xfrm>
            <a:off x="4479245" y="4402278"/>
            <a:ext cx="782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Inject</a:t>
            </a:r>
          </a:p>
          <a:p>
            <a:pPr algn="ctr"/>
            <a:r>
              <a:rPr lang="en-US" sz="2000" b="1" dirty="0">
                <a:solidFill>
                  <a:srgbClr val="00B0F0"/>
                </a:solidFill>
              </a:rPr>
              <a:t>Data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5E24D1-87DE-41BA-89E7-9134333005BA}"/>
              </a:ext>
            </a:extLst>
          </p:cNvPr>
          <p:cNvSpPr txBox="1"/>
          <p:nvPr/>
        </p:nvSpPr>
        <p:spPr>
          <a:xfrm>
            <a:off x="1222521" y="5229961"/>
            <a:ext cx="1203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Response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8796063-E904-C8CD-1671-BF40F0A0FF27}"/>
              </a:ext>
            </a:extLst>
          </p:cNvPr>
          <p:cNvSpPr txBox="1"/>
          <p:nvPr/>
        </p:nvSpPr>
        <p:spPr>
          <a:xfrm>
            <a:off x="3527073" y="142074"/>
            <a:ext cx="47041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u="sng" dirty="0">
                <a:solidFill>
                  <a:srgbClr val="00B0F0"/>
                </a:solidFill>
              </a:rPr>
              <a:t>MVC Architecture</a:t>
            </a:r>
          </a:p>
        </p:txBody>
      </p:sp>
    </p:spTree>
    <p:extLst>
      <p:ext uri="{BB962C8B-B14F-4D97-AF65-F5344CB8AC3E}">
        <p14:creationId xmlns:p14="http://schemas.microsoft.com/office/powerpoint/2010/main" val="3594317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3" grpId="0" animBg="1"/>
      <p:bldP spid="4" grpId="0" animBg="1"/>
      <p:bldP spid="5" grpId="0" animBg="1"/>
      <p:bldP spid="7" grpId="0" animBg="1"/>
      <p:bldP spid="9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 Kamal</dc:creator>
  <cp:lastModifiedBy>Ramy Kamal</cp:lastModifiedBy>
  <cp:revision>3</cp:revision>
  <dcterms:created xsi:type="dcterms:W3CDTF">2025-08-18T21:56:51Z</dcterms:created>
  <dcterms:modified xsi:type="dcterms:W3CDTF">2025-08-18T23:09:55Z</dcterms:modified>
</cp:coreProperties>
</file>